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YODHA 2.0 · IDEA SUBMISSION · ID #16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Cost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Estimator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total treatment cost and your out-of-pocket expense before you are admitted.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4A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with Blueprint v2: reference tariffs, claim-risk checks, 90-day exposure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ODYSSEY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[ALFIN · ALFRED · ARLENE · ANNA]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RAJAGIRI SCHOOL OF ENGINEERING AND TECHNOLOGY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3716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164592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Knee Replacement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₹1,80,000 – ₹2,40,000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OUT-OF-POCKET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416052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4160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 – ₹90,000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example, not a hospital quotation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8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find out what treatment really costs only after it is too late to plan.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bill can be a major financial shock. Knowing the likely cost and the out-of-pocket share early lets families plan, choose and prepare. A reference tariff is not the final bill, so the full picture matters.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645920"/>
            <a:ext cx="685800" cy="68580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pricing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745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is priced very differently across hospitals, and estimates are rarely shared upfront. Reference tariffs exist but are not final bills.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27432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017520"/>
            <a:ext cx="685800" cy="68580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insurance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2461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easily tell how much of a bill their policy will actually cover: room-rent limits, co-pay, non-payables and pre-authorization all change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41148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4389120"/>
            <a:ext cx="685800" cy="68580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Surprise extra costs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6177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stays, room upgrades, add-on services, unusual billing and expenses after discharge push the final bill above the quote.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669280"/>
            <a:ext cx="594360" cy="5943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669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AND WHO IS AFFECTED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852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families planning a procedure, insured patients unsure of their coverage, and people who pay largely out of pocket.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estimator: reference tariff, cost range, insurance-aware patient share, hospital comparison, claim-risk and bill checks, and 90-day exposure.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prediction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774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reference tariff plus an ML-estimated cost range (where labelled data supports it), so patients know the price before treatment.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calculator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747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rules are applied automatically to show the out-of-pocket amount, with the arithmetic and reasons.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comparison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5720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is compared across hospitals, and likely extra charges are flagged.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1691640"/>
            <a:ext cx="4114800" cy="3246120"/>
          </a:xfrm>
          <a:prstGeom prst="roundRect">
            <a:avLst>
              <a:gd name="adj" fmla="val 2254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Knee Replacement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₹1,80,000 – ₹2,40,000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726680" y="40233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2668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 ₹30,000 – ₹90,000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49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· CORE VALUE: KNOW THE COST BEFORE TREATMENT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selection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56235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8892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56235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56235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calculator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09760" y="56235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0976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comparison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080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6080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Additional-cost prediction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6080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D6F3EC"/>
          </a:solidFill>
          <a:ln w="12700">
            <a:solidFill>
              <a:srgbClr val="D6F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88920" y="6080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6080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CE8C8"/>
          </a:solidFill>
          <a:ln w="12700">
            <a:solidFill>
              <a:srgbClr val="FCE8C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0" y="6080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Claim-risk indicators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6080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CE8C8"/>
          </a:solidFill>
          <a:ln w="12700">
            <a:solidFill>
              <a:srgbClr val="FCE8C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6080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Unusual-bill check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09760" y="608076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CE8C8"/>
          </a:solidFill>
          <a:ln w="12700">
            <a:solidFill>
              <a:srgbClr val="FCE8C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09760" y="6080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exposure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financial journey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 Blueprint v2: one platform that follows the patient before, during and after treatment.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BEFORE ADMISSION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Procedure, tier/hospital, room and policy information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tariff, estimated range where supported, patient share, cost drivers, claim-risk indicators, comparison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45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DURING STAY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bill line items or bill data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Reference-range comparison and unusual-item flags ("requires verification", never "fraud detected")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AFTER DISCHARGE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scenario and assumptions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P10 / P50 / P90 financial exposure with visible assumptions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tariff ≠ final hospital bill. We keep that distinction visible in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AI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frameworks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Vite: frontend, hosted on Vercel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REST API (13 endpoints), hosted on Render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scikit-learn: data processing and ML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PostgreSQL: database and storage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146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tariff lookup + deterministic calculations come first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(Linear baseline, Random Forest, Gradient Boosting) only where labelled final-cost data exists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/ conformal ranges; SHAP for cost drivers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checks: IQR, z-score, IsolationForest; best model by MAE, R²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55448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and APIs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1460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Tier I, II, III tariffs consolidated into one tariffs table (city_tier, source, source_date)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and insurance data stored in Supabase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connects the React UI, the model and the database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 stays server-side only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and data foundation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72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Vercel. Never receives the service-role or LLM keys.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Render. Services: tariff lookup, estimator, insurance rules, claim-risk rules, bill anomaly, 90-day scenario, optional LLM explainer.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0" y="14630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0B6B5A"/>
          </a:solidFill>
          <a:ln w="12700">
            <a:solidFill>
              <a:srgbClr val="0B6B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PostgreSQL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19659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table with row-level security where appropriate.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103120"/>
            <a:ext cx="868680" cy="365760"/>
          </a:xfrm>
          <a:prstGeom prst="rightArrow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2103120"/>
            <a:ext cx="868680" cy="365760"/>
          </a:xfrm>
          <a:prstGeom prst="rightArrow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TARIFF DATA: AUDIT, THEN ONE CANONICAL SEED PATH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 (CSV + SQL)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98064" y="393192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9504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 (CSV + SQL)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47488" y="393192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38928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III (CSV + SQL)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96912" y="393192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CSV = 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46336" y="3931920"/>
            <a:ext cx="2066544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tariffs table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BY DESIGN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prediction · deterministic rules for insurance arithmetic · transparent rules for claim-risk · statistics for unusual bills · simulation for future exposure · LLM only to explain, never to invent numbers.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procedure (loaded from the database)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hospital/tier, room, policy and patient details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554480"/>
            <a:ext cx="731520" cy="73152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PROCESSING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502920" cy="50292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tariff + ML cost range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rules applied; claim-risk checked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1371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55448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12480" y="2651760"/>
            <a:ext cx="502920" cy="5029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breakdown, out-of-pocket amount and drivers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0" y="3566160"/>
            <a:ext cx="502920" cy="5029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comparison, bill check, 90-day exposure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COMPONENTS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1488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2402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490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404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492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406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494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408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496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410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tariff data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149840" y="5257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41280" y="5257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and uniqueness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total cost and out-of-pocket share before treatment, and compare hospitals in one place.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STAND OUT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Insurance-aware: shows the patient's actual share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additional costs in advance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answers questions in plain language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number comes with assumptions and reasons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834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after admission or by phone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before treatment from reference tariffs + 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out manually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automatically with reasons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or call each hospital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by side in one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charges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 on the final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in advance; unusual items flagged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at claim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MEDIUM / HIGH indicators before admission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discharge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estimated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P10 / P50 / P90 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implementation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PLAN AND TIMELINE (HACKATHON BUILD: 48-HOUR VERSION IN BLUEPRINT V2)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clean CGHS tariff CSV/SQL; load into Supabase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15087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2-3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the cost model where labelled data exists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API, Supabase setup, insurance and claim-risk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9480" y="15087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insurance, comparison, bill check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9760" y="15087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and demo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chatbot, 90-day scenario and final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and technical requirements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262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Scikit-learn, React and Supabase (open-source or free-tier tools); Render and Vercel for hosting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tariff files (Tier I-III) plus cost data for a few procedures and hospitals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laptops; no special hardware needed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approach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5262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knee replacement plus one simple procedure end-to-end first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procedures, hospitals and the chatbot step by step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predictions on held-out data and insurance rules against hand-calculated cases before the demo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126480" cy="4846320"/>
          </a:xfrm>
          <a:prstGeom prst="roundRect">
            <a:avLst>
              <a:gd name="adj" fmla="val 1509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benefit and applications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and families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budget treatment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consistent pricing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coverage conversations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4206240"/>
            <a:ext cx="731520" cy="73152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advisors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savings or loans for care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and social outcomes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0116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preparedness before treatment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choice of hospital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stress from surprise bills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on claim-risk conditions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79476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improvements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348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(MAE) and share of bills inside the predicted range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to get a cost estimate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estimated and final out-of-pocket cost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rules matching hand-calculated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31089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procedures, hospitals and cities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many users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CGHS tiers and specialities from one tariffs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514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931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hospital and insurer data feeds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Cashless-claim and policy integration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chatbot and mobile app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final-bill data to validate and train the ML range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hospital profiles in place of illustrative 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83080"/>
            <a:ext cx="640080" cy="64008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vision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004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nationwide cost-transparency platform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hospital and insurer systems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plans care with confidence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post-discharge outcome data for 90-day scenarios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and limits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financial estimation and decision-support prototype, not a quotation, approval engine, diagnosis or proof of fraud.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CGHS tariffs are reference rates, not guaranteed final hospital bills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ranges need labelled historical outcome data; tariff rows alone do not provide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hospital profiles are not real quotations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 mean "unusual pattern, requires verification", not fraud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Claim-risk indicators never guarantee approval or rejection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E6F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scenarios depend on stated assumptions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CE8C8"/>
          </a:solidFill>
          <a:ln w="12700">
            <a:solidFill>
              <a:srgbClr val="FCE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F4A540"/>
          </a:solidFill>
          <a:ln w="12700">
            <a:solidFill>
              <a:srgbClr val="F4A5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medical advice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5303B"/>
          </a:solidFill>
          <a:ln w="12700">
            <a:solidFill>
              <a:srgbClr val="0530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estimates are for financial planning / demo purposes only and may differ from actual provider charges, insurer decisions and final out-of-pocket costs.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Cost Estimator uses CGHS reference tariffs, machine learning where data supports it and transparent insurance rules to predict a procedure's cost, apply coverage, flag claim risks and unusual bills, and compare hospitals, so patients know their out-of-pocket expense before treatment.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cost before treatment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727448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real out-of-pocket amount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02936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202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hospitals in one view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678424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6784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claim risk and models 90-day exposure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137160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008391"/>
          </a:solidFill>
          <a:ln w="12700">
            <a:solidFill>
              <a:srgbClr val="00839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19659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patient should know what care will cost before they say yes.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2026-10-02T02:42:50Z</dcterms:created>
  <dcterms:modified xsi:type="dcterms:W3CDTF">2026-10-02T02:42:50Z</dcterms:modified>
</cp:coreProperties>
</file>